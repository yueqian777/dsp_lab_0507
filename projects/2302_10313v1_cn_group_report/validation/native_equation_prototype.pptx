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0" y="10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003FA-EFBF-6E1C-DC6A-7A6C09642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2C153E-0C95-8E4B-DA62-862239B12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B3D366-8212-B25E-5093-6FB98F07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8CFA-A293-437D-B270-A83C85E6681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68CE79-91DC-7938-10B9-C4146DF60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7277D0-FD8C-CBB1-8B2C-8F0403E77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21808-7308-48FD-B85D-B251B970B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545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479C6-14A7-6C15-4ED2-A195BC4A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6A4634-EE38-9A2A-B6B6-768332F4F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06FEA0-08CA-D572-9752-91446A3DF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8CFA-A293-437D-B270-A83C85E6681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E42151-67AD-C17C-8AEB-28BC30060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F1353F-7686-965E-6C8D-F091D633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21808-7308-48FD-B85D-B251B970B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90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39DC4-17BD-A6F5-5B3D-F7E389493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0EA418-77D6-0E22-9326-0CDE0D533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AAC478-37FC-A471-FEDB-C9B921350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8CFA-A293-437D-B270-A83C85E6681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368E5A-23FD-E37F-25D0-7C989EFE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8245DD-1852-9983-E8A4-F694F3B3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21808-7308-48FD-B85D-B251B970B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450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A442C-1534-6918-46DB-5D9E416E6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A67E0C-DC0A-25D7-4CFE-A356D298D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57B8DD-DD19-09BE-AEDB-44945E60F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FC9634-01CB-214D-B66E-84167592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8CFA-A293-437D-B270-A83C85E6681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89FE9B-9970-E359-88F1-282B09C2C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10EE8E-B691-116F-31F6-B7D29D29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21808-7308-48FD-B85D-B251B970B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475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67A23D-E4C9-5CC4-08EB-B4CF87166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E331CB-FEFC-BC29-E0FB-FF3217674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EF2C67-5916-8211-60E9-C8F7566E1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E7BF04-2D1B-4205-F4FB-FB942B8F5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B8CE49-B2B5-3142-C5B0-47C24C568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8FFF50-C181-3D60-AB4A-F2B719CD1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8CFA-A293-437D-B270-A83C85E6681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52E24B-599F-54F5-9634-EABB4DF19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36B720-73D8-D0FC-C2EE-37FD821D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21808-7308-48FD-B85D-B251B970B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200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29342-8F6B-C299-C71D-029357F7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AFA44C-C63B-7118-0BA8-AC6FD702B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8CFA-A293-437D-B270-A83C85E6681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E7C14F-0292-15AC-8516-4AC099F51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DC4BB5-B652-2E32-C1E5-FD275E82F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21808-7308-48FD-B85D-B251B970B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23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792743-04E0-78E4-A327-11012F95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8CFA-A293-437D-B270-A83C85E6681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5EDC83-6EF5-2DB4-FBB3-20D68342C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81834B-F238-1DAE-F667-125BE806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21808-7308-48FD-B85D-B251B970B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880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06971-9B05-59AD-417D-39680602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FE611D-C8C5-B6E8-6876-0DF287EC3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0C1A2D-88DE-45C5-981C-BAEDF2CDF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AC4451-4339-0FFE-D557-DBB2658C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8CFA-A293-437D-B270-A83C85E6681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57BA71-ADDD-FCDA-DFC9-CFD457885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2C6071-1CB5-48CC-0308-223F3E35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21808-7308-48FD-B85D-B251B970B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84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76AC1-E1BF-E5EB-4369-3B268DB68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91A5D3-5891-9EB2-0702-D450AD6B36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CEE7F9-D44A-874D-996D-78D0CACED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449BC4-316D-31B1-7C14-A78BE0D6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8CFA-A293-437D-B270-A83C85E6681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901E98-9A2F-D7E7-B9DA-7B037452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53D833-78F9-1D8E-6683-10C121DC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21808-7308-48FD-B85D-B251B970B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30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FFCC9-CA78-0B51-1426-144F407A1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1593FB-D1BA-9375-9246-A557A5B89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BAA1E0-F712-1786-4372-5411D2B58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8CFA-A293-437D-B270-A83C85E6681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88EAA-ADD1-1566-33D2-E5AF1F531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C2946F-0CAE-533E-7ABF-D45D3C78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21808-7308-48FD-B85D-B251B970B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381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DCA8D9-1C92-7261-437D-F27E4948F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59C170-1940-14F1-53C0-2E1087882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6B34A4-6EC6-5BFA-1DB7-BF0A482CF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B8CFA-A293-437D-B270-A83C85E6681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F1A9D-F89B-372E-92C8-E1E1EBFF7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59879F-EB6A-46CD-F4B1-6DE0E6C8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21808-7308-48FD-B85D-B251B970B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0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48988C-7C4C-DBC7-56E3-0D2725CF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F83F9C-5C0F-6D3C-615C-9ECB0B335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1831A8-027B-EE0D-4D73-5F8542181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B8CFA-A293-437D-B270-A83C85E6681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C6836D-B3A7-6B3F-EB96-FFDFD485D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DDA7BF-FEB8-0FCC-8576-4F52317B5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21808-7308-48FD-B85D-B251B970B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995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0F7F45B-50DC-BB8E-BA2D-AADCBB8D42E2}"/>
                  </a:ext>
                </a:extLst>
              </p:cNvPr>
              <p:cNvSpPr txBox="1"/>
              <p:nvPr/>
            </p:nvSpPr>
            <p:spPr>
              <a:xfrm>
                <a:off x="1016000" y="1523999"/>
                <a:ext cx="8890000" cy="152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,1−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/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</m:d>
                                    </m:e>
                                    <m:e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0F7F45B-50DC-BB8E-BA2D-AADCBB8D4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1523999"/>
                <a:ext cx="8890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361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yueqian zhang</dc:creator>
  <cp:lastModifiedBy>yueqian zhang</cp:lastModifiedBy>
  <cp:revision>1</cp:revision>
  <dcterms:created xsi:type="dcterms:W3CDTF">2026-07-13T06:26:58Z</dcterms:created>
  <dcterms:modified xsi:type="dcterms:W3CDTF">2026-07-13T06:26:58Z</dcterms:modified>
</cp:coreProperties>
</file>